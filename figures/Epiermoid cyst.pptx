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89C58-6281-4B5B-8D2F-160B3505429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2347A-373A-459F-B99F-EA2D1BB1C4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9281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收到的檢體為大量灰白色的碎塊或薄膜狀組織，最大塊為</a:t>
            </a:r>
            <a:r>
              <a:rPr lang="en-US" altLang="zh-TW" dirty="0"/>
              <a:t>10 x 3 x 0.5 cm</a:t>
            </a:r>
            <a:r>
              <a:rPr lang="zh-TW" altLang="en-US" dirty="0"/>
              <a:t>。</a:t>
            </a:r>
            <a:br>
              <a:rPr lang="en-US" altLang="zh-TW" dirty="0"/>
            </a:br>
            <a:r>
              <a:rPr lang="zh-TW" altLang="en-US" dirty="0"/>
              <a:t>顯微鏡底下可見</a:t>
            </a:r>
            <a:r>
              <a:rPr lang="en-US" altLang="zh-TW" dirty="0"/>
              <a:t>fibrous cystic wall lined by squamous epithelium</a:t>
            </a:r>
            <a:r>
              <a:rPr lang="zh-TW" altLang="en-US" dirty="0"/>
              <a:t>，未見任何皮膚附屬器或脂肪組織。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2347A-373A-459F-B99F-EA2D1BB1C48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6849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同前，</a:t>
            </a:r>
            <a:r>
              <a:rPr lang="en-US" altLang="zh-TW" dirty="0"/>
              <a:t>squamous epithelium</a:t>
            </a:r>
            <a:r>
              <a:rPr lang="zh-TW" altLang="en-US" dirty="0"/>
              <a:t>角質化非常明顯。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2347A-373A-459F-B99F-EA2D1BB1C48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014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囊腫內容物為</a:t>
            </a:r>
            <a:r>
              <a:rPr lang="en-US" altLang="zh-TW" dirty="0"/>
              <a:t>keratin fragments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2347A-373A-459F-B99F-EA2D1BB1C48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1946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高倍來看</a:t>
            </a:r>
            <a:r>
              <a:rPr lang="en-US" altLang="zh-TW" dirty="0"/>
              <a:t>squamous </a:t>
            </a:r>
            <a:r>
              <a:rPr lang="en-US" altLang="zh-TW" dirty="0" err="1"/>
              <a:t>epitheliumj</a:t>
            </a:r>
            <a:r>
              <a:rPr lang="zh-TW" altLang="en-US" dirty="0"/>
              <a:t>為良性。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2347A-373A-459F-B99F-EA2D1BB1C48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861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468A13-04BB-D7B0-266F-638D436DC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F70E780-18C6-2C61-460F-CF4769EB2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AB72B2-B3CE-6972-37DB-40B1A3A01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CE13-37D1-4628-BF74-243A6AF40D2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E6D110-D466-9F36-B0F0-10B987845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4EDFDB-23B3-C0CE-81A7-05D3B866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EB93-9642-4C17-8C27-E73143679B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125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EA974E-B54E-53E7-933F-1002C0B77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E58C3D-094D-A0D1-2A52-937BD35E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71C4EF-8B81-A1BA-5078-8D916F30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CE13-37D1-4628-BF74-243A6AF40D2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CC1B75-A153-5AD1-8225-686A8403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893FA5-64FD-7298-B4F0-19EB8877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EB93-9642-4C17-8C27-E73143679B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4400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60260B-6AC3-5AB1-EFE3-ED34F8A3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A9952D-BEA7-C137-E17A-8DFFFB459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A7E1DC-223A-0D22-B867-50A5F8814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CE13-37D1-4628-BF74-243A6AF40D2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A8AE5F-2818-99BF-44F7-FAAD4D03F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6378C1-239C-035D-6212-DFB89666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EB93-9642-4C17-8C27-E73143679B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3991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11F5DA-9B96-04A0-C3C6-6BE8CBB7C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9DF765-0B67-9E4D-6DC1-EAE4E2877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1A20AA-B253-4870-7CF3-F7140E537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59DAE4-8A10-EC79-8521-28C13352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CE13-37D1-4628-BF74-243A6AF40D2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DB8A32-DF28-541F-3118-655D67D78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AC3B184-BB8F-5ABE-F68A-2E7EDEBE2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EB93-9642-4C17-8C27-E73143679B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426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AE4FF0-9DA4-EAEC-8144-8E658B164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F53719-DFF7-27DC-0288-AC9152F83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6EB7897-B62E-4A8A-E9BB-4922F1990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D4E574-EF68-2F20-DC15-65AF9BA34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7DCBAA1-FFF9-C2CE-8252-71955B54E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2B0D2E2-B9DE-7647-6F25-9572F784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CE13-37D1-4628-BF74-243A6AF40D2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E5CDD0C-217B-8966-A31D-6923BD0AF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2A4FABD-56EE-2E53-90FD-5F8708E8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EB93-9642-4C17-8C27-E73143679B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2390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78CB3-6FC1-1B40-804F-5B5CC7F4D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8ADD7CF-8BAA-C0BC-84D4-FDB1395AF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CE13-37D1-4628-BF74-243A6AF40D2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AB845C3-5877-9F71-8120-93B1B263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B94E43-6B54-9CCC-4330-20D09E79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EB93-9642-4C17-8C27-E73143679B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464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D8BC0C4-598B-E236-E15F-3C3A9D9E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CE13-37D1-4628-BF74-243A6AF40D2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25125DF-AFAF-40CE-C10D-23516E967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3ADD84-3288-489C-ABF7-F70C6D21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EB93-9642-4C17-8C27-E73143679B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842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963A1E-BDB2-36F3-C019-C117149CF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E89463-42E5-5966-0B99-9A674447E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F158D42-DB75-F90D-FA4D-9EBF90DD3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D60AA1-D110-9842-0D35-A853100F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CE13-37D1-4628-BF74-243A6AF40D2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A6DC8B-2171-1088-970E-7C46A7FDF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43A17F-8A93-8996-5C81-78CD8D19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EB93-9642-4C17-8C27-E73143679B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2399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7D12D9-C75A-1831-3049-9592A48B6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AC52DB4-E3E8-77FF-37B5-46AA8AA0F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83D2FF9-244C-0C62-C82C-EDC9638CD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AEDE7FA-03E3-BAF6-98E1-415790E0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CE13-37D1-4628-BF74-243A6AF40D2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57F259-14FB-4C26-84E8-F3ED703C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484E4AE-74E8-E4F9-BEE5-A8143CBF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EB93-9642-4C17-8C27-E73143679B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150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236107-22C4-278E-52B7-D8C3E043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5728C4E-BA85-5E53-0AB9-29C616B82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E14C1C-B2CB-2FC0-F9BA-9107C40F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CE13-37D1-4628-BF74-243A6AF40D2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14150D-71E0-F033-7F0F-18E973B95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6BAA5E-11B5-1C5B-409A-7C61E6353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EB93-9642-4C17-8C27-E73143679B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2347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8C95056-244F-50C3-5AE0-D2E569088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204FD90-C2FD-6968-4AF1-748545168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E7AEDC-545C-3463-98B0-1144E78AB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CE13-37D1-4628-BF74-243A6AF40D2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C347BC-A697-9099-B9A1-A3AE5575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2B7C57-386B-3E32-D248-E0CF3F5D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EB93-9642-4C17-8C27-E73143679B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400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2704F28-33B5-B212-369F-0C5C3E7B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7B5227-8F74-9DA4-FBEE-1115CDB5A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2813F3-64AE-5D07-D66D-ED195D9A2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ACE13-37D1-4628-BF74-243A6AF40D2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6BFA0D-C083-7845-1FE4-D86515E2D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1042E3-BEB4-FCD4-4BE4-DC064F002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EEB93-9642-4C17-8C27-E73143679B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491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F8397C-1570-FCFD-9E02-64B07D5A9C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Department of Pathology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2C1BA61-7EEE-DFD9-50EF-F29D01AE21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Dr. </a:t>
            </a:r>
            <a:r>
              <a:rPr lang="en-US" altLang="zh-TW"/>
              <a:t>Chi Ju Yeh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467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0EBE497-C0EC-6276-3E86-716367067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2871"/>
            <a:ext cx="12192000" cy="595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7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F2F3B0C-9E19-8876-C912-74586C34E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2871"/>
            <a:ext cx="12192000" cy="595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79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CFCBA32-5770-CF5F-0F34-6A9B13973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2871"/>
            <a:ext cx="12192000" cy="595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4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2ADE40F-5D2F-78EA-4CE3-59C880876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2871"/>
            <a:ext cx="12192000" cy="595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519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</Words>
  <Application>Microsoft Office PowerPoint</Application>
  <PresentationFormat>寬螢幕</PresentationFormat>
  <Paragraphs>10</Paragraphs>
  <Slides>5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佈景主題</vt:lpstr>
      <vt:lpstr>Department of Pathology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CJ taki Yeh</dc:creator>
  <cp:lastModifiedBy>CJ taki Yeh</cp:lastModifiedBy>
  <cp:revision>2</cp:revision>
  <dcterms:created xsi:type="dcterms:W3CDTF">2026-06-12T08:21:21Z</dcterms:created>
  <dcterms:modified xsi:type="dcterms:W3CDTF">2026-06-12T08:28:48Z</dcterms:modified>
</cp:coreProperties>
</file>